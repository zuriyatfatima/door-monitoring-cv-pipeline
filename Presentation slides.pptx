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Regression impact of bridge()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(no bridge)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test_1.mp4
IN</c:v>
                </c:pt>
                <c:pt idx="1">
                  <c:v>test_1.mp4
OUT</c:v>
                </c:pt>
                <c:pt idx="2">
                  <c:v>landscape_2
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F-4BE3-A843-AAEBFC5CCF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bridge()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test_1.mp4
IN</c:v>
                </c:pt>
                <c:pt idx="1">
                  <c:v>test_1.mp4
OUT</c:v>
                </c:pt>
                <c:pt idx="2">
                  <c:v>landscape_2
IN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7F-4BE3-A843-AAEBFC5CC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2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10424160" y="12344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149840" y="1645920"/>
            <a:ext cx="82296" cy="82296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HANDOVER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Door Monitoring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Tracking · Line-Crossing Counting · Event Logic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  ·  VC Tech Internship  ·  Week 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Zuriyat Fatima   ·   Kiran Farwa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777240" y="1856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21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does end to 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6583680" y="1856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221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detection, tracking and counting connect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777240" y="3273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journey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6393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traced tracks=2 to its real root cause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6583680" y="3273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&amp; IN=0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6393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counting bugs, correctly diagnosed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 txBox="1"/>
          <p:nvPr/>
        </p:nvSpPr>
        <p:spPr>
          <a:xfrm>
            <a:off x="777240" y="4690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bridge() attempt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056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fix that broke regression — and why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526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 txBox="1"/>
          <p:nvPr/>
        </p:nvSpPr>
        <p:spPr>
          <a:xfrm>
            <a:off x="6583680" y="4690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steps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5056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stands today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Pipeline Does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 system that watches a door, tracks people through the frame, counts directional crossings, and logs door state — surfaced live on a dashboard.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Tracking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609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person detection + ByteTrack multi-object tracking assigns a persistent ID to each person in frame.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Line-Crossing Counting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210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LineCounter converts track trajectories into directional IN / OUT events at a defined crossing 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State Classification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81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separately fine-tuned door_open / door_closed classifier logs door events alongside person events.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93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Export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5412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(app.py) shows live counts, CSV/Excel export, and event screenshots.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0592" y="2729484"/>
            <a:ext cx="265176" cy="164592"/>
          </a:xfrm>
          <a:prstGeom prst="rightArrow">
            <a:avLst/>
          </a:prstGeom>
          <a:solidFill>
            <a:srgbClr val="5A649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2743200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2729484"/>
            <a:ext cx="265176" cy="164592"/>
          </a:xfrm>
          <a:prstGeom prst="rightArrow">
            <a:avLst/>
          </a:prstGeom>
          <a:solidFill>
            <a:srgbClr val="5A649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937760" y="22860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4937760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39712" y="2729484"/>
            <a:ext cx="265176" cy="164592"/>
          </a:xfrm>
          <a:prstGeom prst="rightArrow">
            <a:avLst/>
          </a:prstGeom>
          <a:solidFill>
            <a:srgbClr val="5A649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7132320" y="22860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7132320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LineCounter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/ OUT)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34272" y="2729484"/>
            <a:ext cx="265176" cy="164592"/>
          </a:xfrm>
          <a:prstGeom prst="rightArrow">
            <a:avLst/>
          </a:prstGeom>
          <a:solidFill>
            <a:srgbClr val="5A649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9326880" y="22860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9326880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60436" y="3337560"/>
            <a:ext cx="18288" cy="502920"/>
          </a:xfrm>
          <a:prstGeom prst="bentConnector2">
            <a:avLst/>
          </a:prstGeom>
          <a:noFill/>
          <a:ln w="1905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812280" y="38404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681228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TrackReconciler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(diagnostic only — not fed into counts)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0881360" cy="1005840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reconciler observes fragmented tracks and produces a parallel diagnostic count + dashboard warning — but its canonical_id is deliberately kept out of the real IN/OUT count, because feeding it in broke the regression baseline by merging genuinely separate people.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tracker.py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1226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+ ByteTrack wrapper — per-frame detections and track IDs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6629400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counter.py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1226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LineCounter — converts trajectories into IN/OUT crossing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822960" y="29535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track_reconciler.py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826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Diagnostic-only merge of fragmented tracks by position + gap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862072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355080" y="2862072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 txBox="1"/>
          <p:nvPr/>
        </p:nvSpPr>
        <p:spPr>
          <a:xfrm>
            <a:off x="6629400" y="29535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optimize.py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2826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inference optimization utilities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 txBox="1"/>
          <p:nvPr/>
        </p:nvSpPr>
        <p:spPr>
          <a:xfrm>
            <a:off x="822960" y="41239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531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 — CSV/Excel export, screenshots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032504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355080" y="4032504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 txBox="1"/>
          <p:nvPr/>
        </p:nvSpPr>
        <p:spPr>
          <a:xfrm>
            <a:off x="6629400" y="41239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run_tracking_qa.py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4531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QA runner — regression baseline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02936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48640" y="5202936"/>
            <a:ext cx="82296" cy="98755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 txBox="1"/>
          <p:nvPr/>
        </p:nvSpPr>
        <p:spPr>
          <a:xfrm>
            <a:off x="822960" y="529437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debug_f6_trace.py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623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diagnostic built this week for the F6 investigation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5202936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355080" y="5202936"/>
            <a:ext cx="82296" cy="9875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 txBox="1"/>
          <p:nvPr/>
        </p:nvSpPr>
        <p:spPr>
          <a:xfrm>
            <a:off x="6629400" y="529437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5623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live counts, warnings, export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INVESTIGATION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“track_buffer bug” to the Real Cause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68096" y="2221992"/>
            <a:ext cx="0" cy="841248"/>
          </a:xfrm>
          <a:prstGeom prst="line">
            <a:avLst/>
          </a:prstGeom>
          <a:noFill/>
          <a:ln w="1905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1143000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5623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track_buffer expiry too short (120 frames) was fragmenting tracks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768096" y="3118104"/>
            <a:ext cx="0" cy="841248"/>
          </a:xfrm>
          <a:prstGeom prst="line">
            <a:avLst/>
          </a:prstGeom>
          <a:noFill/>
          <a:ln w="1905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1143000" y="2752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75234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track_buffer 120→300 — re-verified byte-identical before/after. Not the cause.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768096" y="4014216"/>
            <a:ext cx="0" cy="841248"/>
          </a:xfrm>
          <a:prstGeom prst="line">
            <a:avLst/>
          </a:prstGeom>
          <a:noFill/>
          <a:ln w="1905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1143000" y="36484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diagnose_fragmentation.py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64845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vanish→reappear pairs found within 60 frames — original theory disproven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768096" y="4910328"/>
            <a:ext cx="0" cy="841248"/>
          </a:xfrm>
          <a:prstGeom prst="line">
            <a:avLst/>
          </a:prstGeom>
          <a:noFill/>
          <a:ln w="19050">
            <a:solidFill>
              <a:srgbClr val="5A649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 txBox="1"/>
          <p:nvPr/>
        </p:nvSpPr>
        <p:spPr>
          <a:xfrm>
            <a:off x="1143000" y="4544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check_track_coexistence.py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5445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same person: no temporal overlap, reappearance within 15–27px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 txBox="1"/>
          <p:nvPr/>
        </p:nvSpPr>
        <p:spPr>
          <a:xfrm>
            <a:off x="114300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check_kalman_drift.py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4406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real cause: Kalman prediction drifted 1500+px during a 164–176 frame absence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ROOT CAUSE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 Limit, Not a Bug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unique_tracks_seen = 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expected, correct behavior for this footage — not a tracking failure.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ByteTrack's Kalman filter keeps extrapolating a lost track's last-known velocity every frame it isn't corrected by a detection. When a walking person leaves frame and later reappears having paused (not continued in a straight line), the predicted and real boxes no longer overlap enough to pass match_thresh = 0.7 — so ByteTrack correctly assigns a new ID. This is a known limitation of motion-only (non-appearance-based) trackers, and it does not affect the trusted IN/OUT crossing counts.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BUGS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 Double-Count vs. IN=0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 — Double-Count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58775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1097280" y="24414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frame-by-frame with debug_f6_trace.py on landscape_test_1.mp4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41071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1097280" y="3264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 fragments each independently register the same brief near-line dip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23367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1097280" y="4087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ONE continuous pause — reconciler confirms same person (176-frame gap, ~27–29px)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05663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1097280" y="4910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limitation as F11 (busy-scene over-merge)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349240" cy="7315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= 0 — Missed Entry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258775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 txBox="1"/>
          <p:nvPr/>
        </p:nvSpPr>
        <p:spPr>
          <a:xfrm>
            <a:off x="6720840" y="24414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unrelated bug — not the same mechanism as F6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4107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 txBox="1"/>
          <p:nvPr/>
        </p:nvSpPr>
        <p:spPr>
          <a:xfrm>
            <a:off x="6720840" y="3264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raw track ID's first detected frame is already past the crossing 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23367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 txBox="1"/>
          <p:nvPr/>
        </p:nvSpPr>
        <p:spPr>
          <a:xfrm>
            <a:off x="6720840" y="4087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entry was never detected at all — a missed-detection issue, not counting logic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505663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 txBox="1"/>
          <p:nvPr/>
        </p:nvSpPr>
        <p:spPr>
          <a:xfrm>
            <a:off x="6720840" y="4910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open: pre-frame-228 footage gap, or conf = 0.4 too high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ATTEMPT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bridge() — A Real Fix, Reverted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LineCounter.bridge() propagated counted_ids / prev_y / hit_counts across reconciler-confirmed merges.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2194560"/>
            <a:ext cx="480060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 txBox="1"/>
          <p:nvPr/>
        </p:nvSpPr>
        <p:spPr>
          <a:xfrm>
            <a:off x="690372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reverted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7889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counted_ids has no concept of direction. Bridging suppresses a genuinely separate, correctly-directed crossing whenever the reconciler merges two fragments — the same over-merge failure class as the earlier canonical_id attempt.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4160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counter.py, run_tracking_qa.py and app.py are back to the pre-bridge state — no bridge() method exists in the current codebase.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777240" y="1810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2 / 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baseline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(test_1.mp4 IN / OUT / events)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4526280" y="1810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counting is what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— reconciler is diagnostic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8275320" y="1810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that have survived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so far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and F11 are the same underlying structural limitation: the reconciler over-merges in busy, multi-person scenes. Dashboard numbers can still be wrong on footage with a pause near the crossing line. Documented in failure_log.md, bug_fixes.md and the Week 8 handover report — not silently shipped as “fixed.”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documentation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failure_log.md  ·  bug_fixes.md  ·  test_plan.md  ·  Week7_TrackingQA_Report_CORRECTED.docx  ·  Week8_Pipeline_Handover_TeamC.docx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1035</Words>
  <Application>Microsoft Office PowerPoint</Application>
  <PresentationFormat>Widescreen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(FA23-BAI-054) ZURIYAT FATIMA</cp:lastModifiedBy>
  <cp:revision>3</cp:revision>
  <dcterms:created xsi:type="dcterms:W3CDTF">2026-08-28T06:13:12Z</dcterms:created>
  <dcterms:modified xsi:type="dcterms:W3CDTF">2026-08-28T06:19:31Z</dcterms:modified>
</cp:coreProperties>
</file>